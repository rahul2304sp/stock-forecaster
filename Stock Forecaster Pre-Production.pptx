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8559-6432-BAFB-8A73-D4C20CF67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FA8C8-66A8-5BC4-E978-3A0F9B086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4104B-5E39-62E9-25AC-846A578D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AA480-9052-6591-24B2-B0AC1755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A270F-A520-BA7D-BB3C-5FDCBFD7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51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E586-DAF7-E8B6-C814-73D4B3E4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C78D-20BA-BEEB-C925-8F1437D1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579F-4487-A150-054E-1467EDB7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CEF4F-42CB-9BB5-35DC-D86BDF52C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CF0B-1546-8E25-1081-5F5F68FC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2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BDF2-2A06-FC48-B60B-FDCA3490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693D5-2FBB-5E04-1411-E0540D8F1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F61C7-5157-B742-8A6C-A9C70C23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12DB-F3B6-EC65-6D14-312ED31D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A5317-F7AB-8779-AE06-8FA6A3A6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6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701E-9F7D-AB5A-B30D-9D91176D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A74CE-30C6-B45E-DD13-BE515001E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2A397-353E-87E8-E0BB-325397C6A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1618E-E08E-165A-7782-00C92E71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F4A2C-C4F4-EB58-562F-9FACE44E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5E80D-04ED-3E94-5027-F1C13868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05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D28A-E8BC-AAD7-E133-F4EE47DE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95B22-E369-13DB-990A-81247DDF4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A4700-A264-99A4-B98E-CB76E6FD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D1391-10F5-30F3-4512-7CB34D59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DE8BB-94F9-62E3-6323-9D5062595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6794C-AB8A-A6B3-4F13-533961F90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ADAB7-E74D-AD7C-D405-0789D25E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7CAF6-F76D-C92B-A321-2F686B1A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95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8031-3AFC-68E3-073D-938437D1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18932-D67A-A6F6-BBA7-66759C7A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C907E-CA97-9C0A-919D-C8A640E2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DEE67-59D8-721E-070A-F6F0C59B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4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EF709-890F-36CC-31D9-01C7194F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7BE11-882F-0E0B-2860-597F7595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9B9F1-FA24-B7B7-EC73-66DCB53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25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50CE-85EC-7C63-CE81-B7714BB2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E058A-ECCB-B91B-B884-B1B390D99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0E800-5C33-D19A-2BC3-DAB18DC8B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19F3B-6255-9A0E-7882-3B92B294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EE96-9AF7-48D0-C8F0-A06F3F8C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125FB-3F3F-1314-8BEB-4393450C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8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BC4F-67D1-EA08-9690-4E0AB28F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227F9-7E78-C3BF-30D3-5A458932D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42486-862D-51B1-3FE8-F4EA080B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02C6C-62EB-B126-2CCE-7F2519C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0516E-105E-1A1A-D308-5AACCB04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C5161-747F-1190-E36C-C0D1C622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58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3382-EE00-D1D2-5D1C-D90715DA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E4D31-8E9A-78FC-2685-BD1462213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72A50-FE9C-7F7D-EAF4-14BF4D00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60FDA-D24D-DE73-C0FD-7F87858A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1A97A-3265-6E44-8BDD-5B6ECE14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33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19BCC-70B3-5D10-0400-1372E7218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481DE-363F-94EB-D5B9-92D4CD89A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BD32-F321-AB07-BE5C-E027255C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7599-A86C-00A8-C185-42D48D0B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398D6-E32F-62C0-5846-BBEFF2A3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42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8592B4-F1FB-035B-35E0-D37163BC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9EB50-4972-E652-8803-33731483A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68570-C18F-1AD9-606D-443F5225F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43028-F057-40BD-A22D-A4E75138E01D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21E26-0652-F1D4-2C67-28472565C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EEDA-1754-6DDC-E19B-7145401CD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EEB66-D395-4899-9AB8-5683747A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53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EF89-4232-74FC-E851-771E48BD9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Stock Forecaster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0656C-7196-D409-614E-0D4AE677E9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30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A595-9C02-FED0-646E-B4CDE0DD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964E-3963-78DB-3C6D-3698D3D16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line with the weak semi-strong form of the EMH. </a:t>
            </a:r>
          </a:p>
          <a:p>
            <a:r>
              <a:rPr lang="en-US" dirty="0"/>
              <a:t>Integrates Behavioral Economics (No of Participants = Efficiency)</a:t>
            </a:r>
          </a:p>
          <a:p>
            <a:r>
              <a:rPr lang="en-GB" dirty="0"/>
              <a:t>Focuses on speed of reaction and drift based on results.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69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DB03-0C8F-A4A1-DCE4-4CF69EDE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9C59-4206-010C-D789-E7370A15A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Company Earnings</a:t>
            </a:r>
          </a:p>
          <a:p>
            <a:r>
              <a:rPr lang="en-US" dirty="0"/>
              <a:t>Social Sentiment</a:t>
            </a:r>
          </a:p>
          <a:p>
            <a:r>
              <a:rPr lang="en-US" dirty="0"/>
              <a:t>Options Ladders</a:t>
            </a:r>
          </a:p>
          <a:p>
            <a:r>
              <a:rPr lang="en-US" dirty="0"/>
              <a:t>Multi-Asset Co-integration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9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9EAD-F3FC-0671-4B71-9EF35C0C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Company 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B9B3-4D1B-F018-D446-8684945A6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Post-Earnings drift modelling for 1 – 60 days. </a:t>
            </a:r>
          </a:p>
          <a:p>
            <a:r>
              <a:rPr lang="en-US" dirty="0"/>
              <a:t>Features Include:</a:t>
            </a:r>
          </a:p>
          <a:p>
            <a:pPr lvl="1"/>
            <a:r>
              <a:rPr lang="en-US" dirty="0"/>
              <a:t>Change in Revenue</a:t>
            </a:r>
          </a:p>
          <a:p>
            <a:pPr lvl="1"/>
            <a:r>
              <a:rPr lang="en-US" dirty="0"/>
              <a:t>Change in Net Profit</a:t>
            </a:r>
          </a:p>
          <a:p>
            <a:pPr lvl="1"/>
            <a:r>
              <a:rPr lang="en-US" dirty="0"/>
              <a:t>Change in EBITDA</a:t>
            </a:r>
          </a:p>
          <a:p>
            <a:pPr lvl="1"/>
            <a:r>
              <a:rPr lang="en-US" dirty="0"/>
              <a:t>Tone and Sentiment</a:t>
            </a:r>
          </a:p>
          <a:p>
            <a:pPr lvl="1"/>
            <a:r>
              <a:rPr lang="en-US"/>
              <a:t>Peer comparison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98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2950-A14D-87C9-3621-E3487F5F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EEEC5-4501-57C6-9120-46F28410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241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79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Stock Forecaster</vt:lpstr>
      <vt:lpstr>Theory</vt:lpstr>
      <vt:lpstr>Factors affecting model</vt:lpstr>
      <vt:lpstr>Company Earnings</vt:lpstr>
      <vt:lpstr>Method of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Parmeshwar</dc:creator>
  <cp:lastModifiedBy>Rahul Parmeshwar</cp:lastModifiedBy>
  <cp:revision>2</cp:revision>
  <dcterms:created xsi:type="dcterms:W3CDTF">2025-09-30T08:50:27Z</dcterms:created>
  <dcterms:modified xsi:type="dcterms:W3CDTF">2025-09-30T16:10:07Z</dcterms:modified>
</cp:coreProperties>
</file>